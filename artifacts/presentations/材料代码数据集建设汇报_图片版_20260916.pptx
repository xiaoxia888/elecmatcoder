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d2c0279a2d049ee" /><Relationship Type="http://schemas.openxmlformats.org/officeDocument/2006/relationships/extended-properties" Target="/docProps/app.xml" Id="Ra3e233a250124b5b" /><Relationship Type="http://schemas.openxmlformats.org/officeDocument/2006/relationships/officeDocument" Target="/ppt/presentation.xml" Id="R13009df299ea4e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fd0a5af9b64949"/>
  </p:sldMasterIdLst>
  <p:notesMasterIdLst>
    <p:notesMasterId xmlns:r="http://schemas.openxmlformats.org/officeDocument/2006/relationships" r:id="R64ac08fca77b4bb3"/>
  </p:notesMasterIdLst>
  <p:sldIdLst>
    <p:sldId xmlns:r="http://schemas.openxmlformats.org/officeDocument/2006/relationships" id="256" r:id="Rd47c1155cda04a2e"/>
    <p:sldId xmlns:r="http://schemas.openxmlformats.org/officeDocument/2006/relationships" id="257" r:id="Ra8e26280f3494156"/>
    <p:sldId xmlns:r="http://schemas.openxmlformats.org/officeDocument/2006/relationships" id="258" r:id="R0fa88e818127481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90b0c365d1a48c8" /><Relationship Type="http://schemas.openxmlformats.org/officeDocument/2006/relationships/slideMaster" Target="/ppt/slideMasters/slideMaster1.xml" Id="Rd7fd0a5af9b64949" /><Relationship Type="http://schemas.openxmlformats.org/officeDocument/2006/relationships/notesMaster" Target="/ppt/notesMasters/notesMaster1.xml" Id="R64ac08fca77b4bb3" /><Relationship Type="http://schemas.openxmlformats.org/officeDocument/2006/relationships/presProps" Target="/ppt/presProps.xml" Id="Rbf6f8886a23748c7" /><Relationship Type="http://schemas.openxmlformats.org/officeDocument/2006/relationships/tableStyles" Target="/ppt/tableStyles.xml" Id="R1030f1a1d22a464d" /><Relationship Type="http://schemas.openxmlformats.org/officeDocument/2006/relationships/slide" Target="/ppt/slides/slide1.xml" Id="Rd47c1155cda04a2e" /><Relationship Type="http://schemas.openxmlformats.org/officeDocument/2006/relationships/slide" Target="/ppt/slides/slide2.xml" Id="Ra8e26280f3494156" /><Relationship Type="http://schemas.openxmlformats.org/officeDocument/2006/relationships/slide" Target="/ppt/slides/slide3.xml" Id="R0fa88e81812748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0a01644fafa40c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d9e1d19c6d48f6" /><Relationship Type="http://schemas.openxmlformats.org/officeDocument/2006/relationships/notesMaster" Target="/ppt/notesMasters/notesMaster1.xml" Id="R1df56c842cb1413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b9fc4f20e744fcd" /><Relationship Type="http://schemas.openxmlformats.org/officeDocument/2006/relationships/notesMaster" Target="/ppt/notesMasters/notesMaster1.xml" Id="Rb6dbd19092d04eb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88399ce3ce54aa2" /><Relationship Type="http://schemas.openxmlformats.org/officeDocument/2006/relationships/notesMaster" Target="/ppt/notesMasters/notesMaster1.xml" Id="R9035cd6c05c8431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本页介绍材料代码高质量数据集的来源、原始数据问题和建设目标。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本页介绍教师模型预标注、自动质量检查和人工审核相结合的数据制作流程。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本页以 Qwen3.5-9B 材质规范模型为例，展示 Unsloth 与 LoRA SFT 微调对数据集有效性的验证结果。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034969dc8749a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b660bf3800b41cc" /><Relationship Type="http://schemas.openxmlformats.org/officeDocument/2006/relationships/slideLayout" Target="/ppt/slideLayouts/slideLayout1.xml" Id="Rd8b590d541074b4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8b590d541074b4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4539faf2414c00" /><Relationship Type="http://schemas.openxmlformats.org/officeDocument/2006/relationships/image" Target="/ppt/media/image.png" Id="R4a72571cb7314836" /><Relationship Type="http://schemas.openxmlformats.org/officeDocument/2006/relationships/notesSlide" Target="/ppt/notesSlides/notesSlide1.xml" Id="R56a973eb81fd4cd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c914fd03494330" /><Relationship Type="http://schemas.openxmlformats.org/officeDocument/2006/relationships/image" Target="/ppt/media/image2.png" Id="R983dc3567b8d4fbb" /><Relationship Type="http://schemas.openxmlformats.org/officeDocument/2006/relationships/notesSlide" Target="/ppt/notesSlides/notesSlide2.xml" Id="R0420f49e1404455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0678a963564c8d" /><Relationship Type="http://schemas.openxmlformats.org/officeDocument/2006/relationships/image" Target="/ppt/media/image3.png" Id="R4737452bed46427c" /><Relationship Type="http://schemas.openxmlformats.org/officeDocument/2006/relationships/notesSlide" Target="/ppt/notesSlides/notesSlide3.xml" Id="R40f0ecec9d674b5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72571cb731483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7413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3dc3567b8d4fb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6434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37452bed46427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3152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2026-09-16T06:36:40.0150000Z</dcterms:created>
  <dcterms:modified xsi:type="dcterms:W3CDTF">2026-09-16T06:36:40.0150000Z</dcterms:modified>
</coreProperties>
</file>